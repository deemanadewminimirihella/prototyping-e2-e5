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0" r:id="rId4"/>
    <p:sldId id="259" r:id="rId5"/>
    <p:sldId id="258" r:id="rId6"/>
    <p:sldId id="264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B3E049-C1DA-42A5-8C06-3AB73C9AA5F0}" v="73" dt="2026-07-04T18:00:25.4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n Wickramathunga" userId="c2d97ed69060fd88" providerId="LiveId" clId="{AFD91239-8B5A-47B2-B9C4-DE967FD0C9FE}"/>
    <pc:docChg chg="undo custSel addSld delSld modSld sldOrd">
      <pc:chgData name="Ishan Wickramathunga" userId="c2d97ed69060fd88" providerId="LiveId" clId="{AFD91239-8B5A-47B2-B9C4-DE967FD0C9FE}" dt="2026-07-08T11:50:33.865" v="568"/>
      <pc:docMkLst>
        <pc:docMk/>
      </pc:docMkLst>
      <pc:sldChg chg="addSp delSp modSp mod">
        <pc:chgData name="Ishan Wickramathunga" userId="c2d97ed69060fd88" providerId="LiveId" clId="{AFD91239-8B5A-47B2-B9C4-DE967FD0C9FE}" dt="2026-07-04T18:32:48.679" v="566" actId="20577"/>
        <pc:sldMkLst>
          <pc:docMk/>
          <pc:sldMk cId="1876306220" sldId="256"/>
        </pc:sldMkLst>
        <pc:spChg chg="mod">
          <ac:chgData name="Ishan Wickramathunga" userId="c2d97ed69060fd88" providerId="LiveId" clId="{AFD91239-8B5A-47B2-B9C4-DE967FD0C9FE}" dt="2026-07-04T18:02:55.687" v="548" actId="1076"/>
          <ac:spMkLst>
            <pc:docMk/>
            <pc:sldMk cId="1876306220" sldId="256"/>
            <ac:spMk id="2" creationId="{67B69860-E2B4-CA36-F0F2-9FB77B6195E6}"/>
          </ac:spMkLst>
        </pc:spChg>
        <pc:spChg chg="mod">
          <ac:chgData name="Ishan Wickramathunga" userId="c2d97ed69060fd88" providerId="LiveId" clId="{AFD91239-8B5A-47B2-B9C4-DE967FD0C9FE}" dt="2026-07-04T18:32:48.679" v="566" actId="20577"/>
          <ac:spMkLst>
            <pc:docMk/>
            <pc:sldMk cId="1876306220" sldId="256"/>
            <ac:spMk id="3" creationId="{86AA480B-1B2D-2D6E-FD60-8745789916AF}"/>
          </ac:spMkLst>
        </pc:spChg>
        <pc:spChg chg="add mod">
          <ac:chgData name="Ishan Wickramathunga" userId="c2d97ed69060fd88" providerId="LiveId" clId="{AFD91239-8B5A-47B2-B9C4-DE967FD0C9FE}" dt="2026-07-04T18:01:57.268" v="543" actId="26606"/>
          <ac:spMkLst>
            <pc:docMk/>
            <pc:sldMk cId="1876306220" sldId="256"/>
            <ac:spMk id="4" creationId="{755A479B-C03A-25A2-8DEB-611C8F96349D}"/>
          </ac:spMkLst>
        </pc:spChg>
        <pc:spChg chg="add">
          <ac:chgData name="Ishan Wickramathunga" userId="c2d97ed69060fd88" providerId="LiveId" clId="{AFD91239-8B5A-47B2-B9C4-DE967FD0C9FE}" dt="2026-07-04T18:01:57.268" v="543" actId="26606"/>
          <ac:spMkLst>
            <pc:docMk/>
            <pc:sldMk cId="1876306220" sldId="256"/>
            <ac:spMk id="37" creationId="{0671A8AE-40A1-4631-A6B8-581AFF065482}"/>
          </ac:spMkLst>
        </pc:spChg>
        <pc:spChg chg="add">
          <ac:chgData name="Ishan Wickramathunga" userId="c2d97ed69060fd88" providerId="LiveId" clId="{AFD91239-8B5A-47B2-B9C4-DE967FD0C9FE}" dt="2026-07-04T18:01:57.268" v="543" actId="26606"/>
          <ac:spMkLst>
            <pc:docMk/>
            <pc:sldMk cId="1876306220" sldId="256"/>
            <ac:spMk id="39" creationId="{AB58EF07-17C2-48CF-ABB0-EEF1F17CB8F0}"/>
          </ac:spMkLst>
        </pc:spChg>
        <pc:spChg chg="add">
          <ac:chgData name="Ishan Wickramathunga" userId="c2d97ed69060fd88" providerId="LiveId" clId="{AFD91239-8B5A-47B2-B9C4-DE967FD0C9FE}" dt="2026-07-04T18:01:57.268" v="543" actId="26606"/>
          <ac:spMkLst>
            <pc:docMk/>
            <pc:sldMk cId="1876306220" sldId="256"/>
            <ac:spMk id="41" creationId="{AF2F604E-43BE-4DC3-B983-E071523364F8}"/>
          </ac:spMkLst>
        </pc:spChg>
        <pc:spChg chg="add">
          <ac:chgData name="Ishan Wickramathunga" userId="c2d97ed69060fd88" providerId="LiveId" clId="{AFD91239-8B5A-47B2-B9C4-DE967FD0C9FE}" dt="2026-07-04T18:01:57.268" v="543" actId="26606"/>
          <ac:spMkLst>
            <pc:docMk/>
            <pc:sldMk cId="1876306220" sldId="256"/>
            <ac:spMk id="43" creationId="{08C9B587-E65E-4B52-B37C-ABEBB6E87928}"/>
          </ac:spMkLst>
        </pc:spChg>
        <pc:picChg chg="add mod">
          <ac:chgData name="Ishan Wickramathunga" userId="c2d97ed69060fd88" providerId="LiveId" clId="{AFD91239-8B5A-47B2-B9C4-DE967FD0C9FE}" dt="2026-07-04T18:02:20.069" v="545" actId="14100"/>
          <ac:picMkLst>
            <pc:docMk/>
            <pc:sldMk cId="1876306220" sldId="256"/>
            <ac:picMk id="7" creationId="{19952B87-4C2C-1197-63F5-5AE222A6D1EA}"/>
          </ac:picMkLst>
        </pc:picChg>
      </pc:sldChg>
      <pc:sldChg chg="addSp modSp">
        <pc:chgData name="Ishan Wickramathunga" userId="c2d97ed69060fd88" providerId="LiveId" clId="{AFD91239-8B5A-47B2-B9C4-DE967FD0C9FE}" dt="2026-07-04T17:44:45.818" v="65"/>
        <pc:sldMkLst>
          <pc:docMk/>
          <pc:sldMk cId="20578475" sldId="257"/>
        </pc:sldMkLst>
        <pc:spChg chg="add mod">
          <ac:chgData name="Ishan Wickramathunga" userId="c2d97ed69060fd88" providerId="LiveId" clId="{AFD91239-8B5A-47B2-B9C4-DE967FD0C9FE}" dt="2026-07-04T17:44:45.818" v="65"/>
          <ac:spMkLst>
            <pc:docMk/>
            <pc:sldMk cId="20578475" sldId="257"/>
            <ac:spMk id="4" creationId="{7EBE0706-C942-498D-CB31-8C57FA556DF0}"/>
          </ac:spMkLst>
        </pc:spChg>
      </pc:sldChg>
      <pc:sldChg chg="addSp delSp modSp mod">
        <pc:chgData name="Ishan Wickramathunga" userId="c2d97ed69060fd88" providerId="LiveId" clId="{AFD91239-8B5A-47B2-B9C4-DE967FD0C9FE}" dt="2026-07-04T18:07:35.791" v="565" actId="14100"/>
        <pc:sldMkLst>
          <pc:docMk/>
          <pc:sldMk cId="4044860834" sldId="258"/>
        </pc:sldMkLst>
        <pc:spChg chg="add del mod">
          <ac:chgData name="Ishan Wickramathunga" userId="c2d97ed69060fd88" providerId="LiveId" clId="{AFD91239-8B5A-47B2-B9C4-DE967FD0C9FE}" dt="2026-07-04T17:46:09.985" v="106" actId="14100"/>
          <ac:spMkLst>
            <pc:docMk/>
            <pc:sldMk cId="4044860834" sldId="258"/>
            <ac:spMk id="4" creationId="{E55606A8-96C2-3F6B-A704-520ADE82835F}"/>
          </ac:spMkLst>
        </pc:spChg>
        <pc:picChg chg="mod">
          <ac:chgData name="Ishan Wickramathunga" userId="c2d97ed69060fd88" providerId="LiveId" clId="{AFD91239-8B5A-47B2-B9C4-DE967FD0C9FE}" dt="2026-07-04T18:07:35.791" v="565" actId="14100"/>
          <ac:picMkLst>
            <pc:docMk/>
            <pc:sldMk cId="4044860834" sldId="258"/>
            <ac:picMk id="5" creationId="{2406A532-9B57-2CDC-5F30-F68E6CE40584}"/>
          </ac:picMkLst>
        </pc:picChg>
      </pc:sldChg>
      <pc:sldChg chg="addSp modSp mod">
        <pc:chgData name="Ishan Wickramathunga" userId="c2d97ed69060fd88" providerId="LiveId" clId="{AFD91239-8B5A-47B2-B9C4-DE967FD0C9FE}" dt="2026-07-04T17:45:21.936" v="83" actId="20577"/>
        <pc:sldMkLst>
          <pc:docMk/>
          <pc:sldMk cId="2262047165" sldId="259"/>
        </pc:sldMkLst>
        <pc:spChg chg="add mod">
          <ac:chgData name="Ishan Wickramathunga" userId="c2d97ed69060fd88" providerId="LiveId" clId="{AFD91239-8B5A-47B2-B9C4-DE967FD0C9FE}" dt="2026-07-04T17:45:21.936" v="83" actId="20577"/>
          <ac:spMkLst>
            <pc:docMk/>
            <pc:sldMk cId="2262047165" sldId="259"/>
            <ac:spMk id="4" creationId="{28C6B828-46BA-1D39-4BA6-B7A5007F00FB}"/>
          </ac:spMkLst>
        </pc:spChg>
      </pc:sldChg>
      <pc:sldChg chg="addSp delSp modSp mod ord">
        <pc:chgData name="Ishan Wickramathunga" userId="c2d97ed69060fd88" providerId="LiveId" clId="{AFD91239-8B5A-47B2-B9C4-DE967FD0C9FE}" dt="2026-07-08T11:50:33.865" v="568"/>
        <pc:sldMkLst>
          <pc:docMk/>
          <pc:sldMk cId="2272313257" sldId="260"/>
        </pc:sldMkLst>
        <pc:spChg chg="add mod">
          <ac:chgData name="Ishan Wickramathunga" userId="c2d97ed69060fd88" providerId="LiveId" clId="{AFD91239-8B5A-47B2-B9C4-DE967FD0C9FE}" dt="2026-07-04T17:45:35.398" v="84"/>
          <ac:spMkLst>
            <pc:docMk/>
            <pc:sldMk cId="2272313257" sldId="260"/>
            <ac:spMk id="7" creationId="{C690FB9F-7CDC-3B9E-836D-C9BB816BC868}"/>
          </ac:spMkLst>
        </pc:spChg>
        <pc:picChg chg="add mod">
          <ac:chgData name="Ishan Wickramathunga" userId="c2d97ed69060fd88" providerId="LiveId" clId="{AFD91239-8B5A-47B2-B9C4-DE967FD0C9FE}" dt="2026-07-04T17:35:44.468" v="25" actId="1076"/>
          <ac:picMkLst>
            <pc:docMk/>
            <pc:sldMk cId="2272313257" sldId="260"/>
            <ac:picMk id="6" creationId="{35CCB4DB-64AA-63B6-E47A-661E7350C6C1}"/>
          </ac:picMkLst>
        </pc:picChg>
      </pc:sldChg>
      <pc:sldChg chg="addSp delSp modSp mod">
        <pc:chgData name="Ishan Wickramathunga" userId="c2d97ed69060fd88" providerId="LiveId" clId="{AFD91239-8B5A-47B2-B9C4-DE967FD0C9FE}" dt="2026-07-04T17:49:33.094" v="128" actId="14100"/>
        <pc:sldMkLst>
          <pc:docMk/>
          <pc:sldMk cId="386084699" sldId="262"/>
        </pc:sldMkLst>
        <pc:spChg chg="add mod">
          <ac:chgData name="Ishan Wickramathunga" userId="c2d97ed69060fd88" providerId="LiveId" clId="{AFD91239-8B5A-47B2-B9C4-DE967FD0C9FE}" dt="2026-07-04T17:49:33.094" v="128" actId="14100"/>
          <ac:spMkLst>
            <pc:docMk/>
            <pc:sldMk cId="386084699" sldId="262"/>
            <ac:spMk id="8" creationId="{FB71CB00-1FA2-725F-C5D2-558F8C173B10}"/>
          </ac:spMkLst>
        </pc:spChg>
      </pc:sldChg>
      <pc:sldChg chg="addSp modSp">
        <pc:chgData name="Ishan Wickramathunga" userId="c2d97ed69060fd88" providerId="LiveId" clId="{AFD91239-8B5A-47B2-B9C4-DE967FD0C9FE}" dt="2026-07-04T17:49:45.926" v="129"/>
        <pc:sldMkLst>
          <pc:docMk/>
          <pc:sldMk cId="3209377760" sldId="263"/>
        </pc:sldMkLst>
        <pc:spChg chg="add mod">
          <ac:chgData name="Ishan Wickramathunga" userId="c2d97ed69060fd88" providerId="LiveId" clId="{AFD91239-8B5A-47B2-B9C4-DE967FD0C9FE}" dt="2026-07-04T17:49:45.926" v="129"/>
          <ac:spMkLst>
            <pc:docMk/>
            <pc:sldMk cId="3209377760" sldId="263"/>
            <ac:spMk id="3" creationId="{A4E6947B-8615-03FD-EC15-6A06E0276E5F}"/>
          </ac:spMkLst>
        </pc:spChg>
      </pc:sldChg>
      <pc:sldChg chg="addSp modSp mod">
        <pc:chgData name="Ishan Wickramathunga" userId="c2d97ed69060fd88" providerId="LiveId" clId="{AFD91239-8B5A-47B2-B9C4-DE967FD0C9FE}" dt="2026-07-04T17:48:48.467" v="113" actId="1076"/>
        <pc:sldMkLst>
          <pc:docMk/>
          <pc:sldMk cId="434658047" sldId="264"/>
        </pc:sldMkLst>
        <pc:spChg chg="add mod">
          <ac:chgData name="Ishan Wickramathunga" userId="c2d97ed69060fd88" providerId="LiveId" clId="{AFD91239-8B5A-47B2-B9C4-DE967FD0C9FE}" dt="2026-07-04T17:48:48.467" v="113" actId="1076"/>
          <ac:spMkLst>
            <pc:docMk/>
            <pc:sldMk cId="434658047" sldId="264"/>
            <ac:spMk id="4" creationId="{15011065-1CBA-4BB1-BB77-0A0CD402826B}"/>
          </ac:spMkLst>
        </pc:spChg>
        <pc:picChg chg="mod">
          <ac:chgData name="Ishan Wickramathunga" userId="c2d97ed69060fd88" providerId="LiveId" clId="{AFD91239-8B5A-47B2-B9C4-DE967FD0C9FE}" dt="2026-07-04T17:48:30.938" v="107" actId="1076"/>
          <ac:picMkLst>
            <pc:docMk/>
            <pc:sldMk cId="434658047" sldId="264"/>
            <ac:picMk id="5" creationId="{65114948-6957-7977-4906-C7768F98B3E1}"/>
          </ac:picMkLst>
        </pc:picChg>
        <pc:picChg chg="mod">
          <ac:chgData name="Ishan Wickramathunga" userId="c2d97ed69060fd88" providerId="LiveId" clId="{AFD91239-8B5A-47B2-B9C4-DE967FD0C9FE}" dt="2026-07-04T17:48:33.714" v="108" actId="1076"/>
          <ac:picMkLst>
            <pc:docMk/>
            <pc:sldMk cId="434658047" sldId="264"/>
            <ac:picMk id="7" creationId="{73B4F3F7-A5D0-3B64-1388-2CA862FF9F73}"/>
          </ac:picMkLst>
        </pc:picChg>
        <pc:picChg chg="mod">
          <ac:chgData name="Ishan Wickramathunga" userId="c2d97ed69060fd88" providerId="LiveId" clId="{AFD91239-8B5A-47B2-B9C4-DE967FD0C9FE}" dt="2026-07-04T17:48:35.306" v="109" actId="1076"/>
          <ac:picMkLst>
            <pc:docMk/>
            <pc:sldMk cId="434658047" sldId="264"/>
            <ac:picMk id="9" creationId="{F9A985A3-5DF0-2EC9-4693-3F8DDD65C690}"/>
          </ac:picMkLst>
        </pc:picChg>
        <pc:picChg chg="mod">
          <ac:chgData name="Ishan Wickramathunga" userId="c2d97ed69060fd88" providerId="LiveId" clId="{AFD91239-8B5A-47B2-B9C4-DE967FD0C9FE}" dt="2026-07-04T17:48:37.514" v="110" actId="1076"/>
          <ac:picMkLst>
            <pc:docMk/>
            <pc:sldMk cId="434658047" sldId="264"/>
            <ac:picMk id="11" creationId="{E0C45DB5-C1EF-1229-86EA-FCD09E1A941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1EF8B9-BF69-45C5-B6D4-F4913B212D25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FF880E-C1DC-4B71-83C8-313721B6551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2264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FF880E-C1DC-4B71-83C8-313721B65513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3502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1254E-5DD0-4D6F-353C-45D4D4E5D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CCC22C-4F7E-AC79-D711-F07CD4B98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1AFCB-E4EB-A99F-640C-635984FCA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74F9-0299-43BE-B5CB-59BC0A3D5C2D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6EA53-12B8-6C54-9C17-EB19979C7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42A38-8782-7686-C861-58723E5BD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79184-2364-4D7B-BD36-4D05362E1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62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1775B-4817-840F-F7D0-0DF5A8FBF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21048-1A2D-974F-07F7-2F404993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1C9F5-141C-B134-C377-0D3619BE7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74F9-0299-43BE-B5CB-59BC0A3D5C2D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E521D-74C4-BDCE-2BD7-E19B581F4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7CC89-B739-F1C9-3D23-5326975E9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79184-2364-4D7B-BD36-4D05362E1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254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02A7E-DA1F-6E0A-3D34-6E4435EF3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3B8D9-AA64-9A09-5756-41D0E1CCC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34B9-6420-9AB6-764E-E33AED7AC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74F9-0299-43BE-B5CB-59BC0A3D5C2D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E9438-97D6-E1DE-6965-043893BD2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BC412-0CDB-C77B-2CCF-F747A4489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79184-2364-4D7B-BD36-4D05362E1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596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AEEA8-FEA1-4166-1BD9-89099BE75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140F1-C7DA-BBF2-AC1F-BB494DBCDE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965087-6FF0-A5CA-C762-D395043DA9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D163A8-F7E7-1826-CD65-11CFB6F27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74F9-0299-43BE-B5CB-59BC0A3D5C2D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F0FF4-4DCB-39DE-5843-75164F3B1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ED116-B1E7-8566-DE8C-FE57AF8C8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79184-2364-4D7B-BD36-4D05362E1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F190C-BB26-EF0F-71F6-073C598E5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08BF4-33A5-6F48-18BC-9A95E6FC5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DF0935-890B-B7BC-BE94-BF1D0511FD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0825B3-79CA-CEEB-3ECB-684543051F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15A906-0285-2F6A-E9F3-B89A112155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F8FF7B-FC3E-BF8A-CC63-6C41F9BBF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74F9-0299-43BE-B5CB-59BC0A3D5C2D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B991FB-B978-00D5-EF77-10239C128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F36CA7-FC09-5782-3C50-F7988934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79184-2364-4D7B-BD36-4D05362E1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035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C2B71-5FB6-B09A-06EA-8DFCA7FC9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D41F10-C868-F802-FB3F-2BFDB37F6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74F9-0299-43BE-B5CB-59BC0A3D5C2D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AB042A-6AB0-DAA5-DBE9-851C0BA5D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6E3F12-02D9-697E-073C-06F74D4E3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79184-2364-4D7B-BD36-4D05362E1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678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43B538-27A3-064F-A291-77924425E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74F9-0299-43BE-B5CB-59BC0A3D5C2D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FB721B-2B40-B759-C90D-8CAF50778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8C2F1-9049-64D8-DCE5-D08C7DDA9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79184-2364-4D7B-BD36-4D05362E1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233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99290-619B-D349-F8A2-8384E6D42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05BA3-CD27-2CF7-4825-E23742DC2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76FE4E-68B2-CD92-AC49-B5894981F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092AE-8C26-C8DE-3F12-F5D8EA1CC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74F9-0299-43BE-B5CB-59BC0A3D5C2D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44B8E1-3B63-1259-00FF-4F172A0C6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3A1169-DC01-7B8A-8FC6-FEF5FCEA6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79184-2364-4D7B-BD36-4D05362E1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258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5B5C7-EE80-3321-9741-BC71182DB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5DDA1-3CB8-9625-8ECE-C5B67212C1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290E32-4226-6F8A-ACF1-B3E4C40BD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5DE7DD-E664-D1D1-44DA-792E35E18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74F9-0299-43BE-B5CB-59BC0A3D5C2D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04E1B-9081-33EB-0A8E-CEE8FBDA2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CBCD8-0EAE-7A76-80D9-79FD83E54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79184-2364-4D7B-BD36-4D05362E1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428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A7303-FE4A-0251-12FC-58275B673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CE742A-6E34-CBC8-3BD2-B3D946D0FD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FBEB8-998C-E50D-99A4-EF9D16289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74F9-0299-43BE-B5CB-59BC0A3D5C2D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44511-AA8D-537D-DAD8-FECB339CC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80B86-8DAF-0679-3AF5-805C62DEB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79184-2364-4D7B-BD36-4D05362E1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194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1C4C97-C554-3DBE-C874-B8D662F132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628113-FA17-25AE-3477-1B4704F94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0A748-2DCE-C556-321E-58A242DAB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74F9-0299-43BE-B5CB-59BC0A3D5C2D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79009-8E3C-DC11-C38E-9C8F5F54E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8B6D5-744B-ADCE-8BBA-B7910EBCC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79184-2364-4D7B-BD36-4D05362E1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736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63DF43-6CB1-C3D0-F65D-516DF29BF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1214C-A8AB-0F16-2F41-1C4D33C77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5308F-7727-3C43-861F-C4D4998AF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9274F9-0299-43BE-B5CB-59BC0A3D5C2D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B0A64-771E-96BF-9701-8B798E0F0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C225B-FCE9-CBDA-B4E3-43C285C39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479184-2364-4D7B-BD36-4D05362E1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444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952B87-4C2C-1197-63F5-5AE222A6D1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000"/>
                    </a14:imgEffect>
                    <a14:imgEffect>
                      <a14:brightnessContrast bright="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091" r="23298"/>
          <a:stretch>
            <a:fillRect/>
          </a:stretch>
        </p:blipFill>
        <p:spPr>
          <a:xfrm>
            <a:off x="3707842" y="10"/>
            <a:ext cx="8484158" cy="685799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B69860-E2B4-CA36-F0F2-9FB77B6195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342" y="224866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800" b="1" dirty="0">
                <a:solidFill>
                  <a:schemeClr val="bg1"/>
                </a:solidFill>
              </a:rPr>
              <a:t>Autonomous Robot Car</a:t>
            </a:r>
            <a:br>
              <a:rPr lang="en-US" sz="4800" dirty="0">
                <a:solidFill>
                  <a:schemeClr val="bg1"/>
                </a:solidFill>
              </a:rPr>
            </a:br>
            <a:r>
              <a:rPr lang="en-US" sz="4800" b="1" dirty="0">
                <a:solidFill>
                  <a:schemeClr val="bg1"/>
                </a:solidFill>
              </a:rPr>
              <a:t>Team - E2</a:t>
            </a:r>
            <a:r>
              <a:rPr lang="de-DE" sz="4800" b="1" dirty="0">
                <a:solidFill>
                  <a:schemeClr val="bg1"/>
                </a:solidFill>
              </a:rPr>
              <a:t>-E5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AA480B-1B2D-2D6E-FD60-874578991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595" y="3829817"/>
            <a:ext cx="5686825" cy="2552925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1600" dirty="0">
                <a:solidFill>
                  <a:schemeClr val="bg1"/>
                </a:solidFill>
              </a:rPr>
              <a:t>Team Members : Shamal Chathura </a:t>
            </a:r>
            <a:r>
              <a:rPr lang="en-US" sz="1600" dirty="0" err="1">
                <a:solidFill>
                  <a:schemeClr val="bg1"/>
                </a:solidFill>
              </a:rPr>
              <a:t>Gamlath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Kankanamalage</a:t>
            </a:r>
            <a:endParaRPr lang="en-US" sz="1600" dirty="0">
              <a:solidFill>
                <a:schemeClr val="bg1"/>
              </a:solidFill>
            </a:endParaRPr>
          </a:p>
          <a:p>
            <a:pPr algn="l"/>
            <a:r>
              <a:rPr lang="en-US" sz="1600" dirty="0">
                <a:solidFill>
                  <a:schemeClr val="bg1"/>
                </a:solidFill>
              </a:rPr>
              <a:t>                                    </a:t>
            </a:r>
            <a:r>
              <a:rPr lang="en-US" sz="1600" dirty="0" err="1">
                <a:solidFill>
                  <a:schemeClr val="bg1"/>
                </a:solidFill>
              </a:rPr>
              <a:t>Deemana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Dewmini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Mirihella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Adikaramalage</a:t>
            </a:r>
            <a:endParaRPr lang="en-US" sz="1600" dirty="0">
              <a:solidFill>
                <a:schemeClr val="bg1"/>
              </a:solidFill>
            </a:endParaRPr>
          </a:p>
          <a:p>
            <a:pPr algn="l"/>
            <a:r>
              <a:rPr lang="en-US" sz="1600" dirty="0">
                <a:solidFill>
                  <a:schemeClr val="bg1"/>
                </a:solidFill>
              </a:rPr>
              <a:t>                                    Shehan </a:t>
            </a:r>
            <a:r>
              <a:rPr lang="en-US" sz="1600" dirty="0" err="1">
                <a:solidFill>
                  <a:schemeClr val="bg1"/>
                </a:solidFill>
              </a:rPr>
              <a:t>Nihindu</a:t>
            </a:r>
            <a:r>
              <a:rPr lang="en-US" sz="1600" dirty="0">
                <a:solidFill>
                  <a:schemeClr val="bg1"/>
                </a:solidFill>
              </a:rPr>
              <a:t> Thenuka Liyanage</a:t>
            </a:r>
          </a:p>
          <a:p>
            <a:pPr algn="l"/>
            <a:r>
              <a:rPr lang="en-US" sz="1600" dirty="0">
                <a:solidFill>
                  <a:schemeClr val="bg1"/>
                </a:solidFill>
              </a:rPr>
              <a:t>                                    Ishan Wickramathunga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5A479B-C03A-25A2-8DEB-611C8F96349D}"/>
              </a:ext>
            </a:extLst>
          </p:cNvPr>
          <p:cNvSpPr txBox="1"/>
          <p:nvPr/>
        </p:nvSpPr>
        <p:spPr>
          <a:xfrm>
            <a:off x="60254" y="6382742"/>
            <a:ext cx="2250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de-DE" dirty="0">
                <a:solidFill>
                  <a:schemeClr val="bg1"/>
                </a:solidFill>
              </a:rPr>
              <a:t>Shamal </a:t>
            </a:r>
            <a:r>
              <a:rPr lang="de-DE" dirty="0" err="1">
                <a:solidFill>
                  <a:schemeClr val="bg1"/>
                </a:solidFill>
              </a:rPr>
              <a:t>Gamlath</a:t>
            </a:r>
            <a:endParaRPr lang="de-DE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306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E9D994-F99D-CAC0-4FF6-3B352A3F0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en-US" sz="3800">
                <a:solidFill>
                  <a:schemeClr val="bg1"/>
                </a:solidFill>
              </a:rPr>
              <a:t>3D Models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78CE4-6D97-785D-4141-3D2E514BB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69" y="1909192"/>
            <a:ext cx="4586513" cy="3647710"/>
          </a:xfrm>
        </p:spPr>
        <p:txBody>
          <a:bodyPr>
            <a:norm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3D Modeling:</a:t>
            </a:r>
            <a:r>
              <a:rPr lang="en-US" sz="2000">
                <a:solidFill>
                  <a:schemeClr val="bg1"/>
                </a:solidFill>
              </a:rPr>
              <a:t> Developed the initial designs in SolidWorks to ensure precise specifications.</a:t>
            </a:r>
          </a:p>
          <a:p>
            <a:r>
              <a:rPr lang="en-US" sz="2000" b="1">
                <a:solidFill>
                  <a:schemeClr val="bg1"/>
                </a:solidFill>
              </a:rPr>
              <a:t>Prototyping:</a:t>
            </a:r>
            <a:r>
              <a:rPr lang="en-US" sz="2000">
                <a:solidFill>
                  <a:schemeClr val="bg1"/>
                </a:solidFill>
              </a:rPr>
              <a:t> Fabricated the physical components using 3D printing for evaluation.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56FAE596-B3DE-EC49-1361-3B10F48594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954" y="1452792"/>
            <a:ext cx="5666547" cy="39524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BE0706-C942-498D-CB31-8C57FA556DF0}"/>
              </a:ext>
            </a:extLst>
          </p:cNvPr>
          <p:cNvSpPr txBox="1"/>
          <p:nvPr/>
        </p:nvSpPr>
        <p:spPr>
          <a:xfrm>
            <a:off x="60254" y="6382742"/>
            <a:ext cx="2250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Shamal </a:t>
            </a:r>
            <a:r>
              <a:rPr lang="de-DE" dirty="0" err="1">
                <a:solidFill>
                  <a:schemeClr val="bg1"/>
                </a:solidFill>
              </a:rPr>
              <a:t>Gamlath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8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759AC2-7F8B-FB42-D232-7D05206C6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en-US" sz="3800">
                <a:solidFill>
                  <a:schemeClr val="bg1"/>
                </a:solidFill>
              </a:rPr>
              <a:t>Requirement Diagram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0263A-5D3C-F857-027C-5F0A4C4CA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69" y="1909192"/>
            <a:ext cx="4586513" cy="3647710"/>
          </a:xfrm>
        </p:spPr>
        <p:txBody>
          <a:bodyPr>
            <a:norm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System Analysis:</a:t>
            </a:r>
            <a:r>
              <a:rPr lang="en-US" sz="2000">
                <a:solidFill>
                  <a:schemeClr val="bg1"/>
                </a:solidFill>
              </a:rPr>
              <a:t> Defined all functional and non-functional requirements.</a:t>
            </a:r>
          </a:p>
          <a:p>
            <a:r>
              <a:rPr lang="en-US" sz="2000" b="1">
                <a:solidFill>
                  <a:schemeClr val="bg1"/>
                </a:solidFill>
              </a:rPr>
              <a:t>Requirements Modeling:</a:t>
            </a:r>
            <a:r>
              <a:rPr lang="en-US" sz="2000">
                <a:solidFill>
                  <a:schemeClr val="bg1"/>
                </a:solidFill>
              </a:rPr>
              <a:t> Developed a requirements diagram to visualize and align project specifications.</a:t>
            </a:r>
          </a:p>
          <a:p>
            <a:endParaRPr lang="en-US" sz="2000">
              <a:solidFill>
                <a:schemeClr val="bg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5CCB4DB-64AA-63B6-E47A-661E7350C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775" y="0"/>
            <a:ext cx="6752321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90FB9F-7CDC-3B9E-836D-C9BB816BC868}"/>
              </a:ext>
            </a:extLst>
          </p:cNvPr>
          <p:cNvSpPr txBox="1"/>
          <p:nvPr/>
        </p:nvSpPr>
        <p:spPr>
          <a:xfrm>
            <a:off x="60254" y="6382742"/>
            <a:ext cx="2250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Shehan Liyanage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2313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E4B640-10A0-B1BA-0999-2ECC95FCC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en-US" sz="3800">
                <a:solidFill>
                  <a:schemeClr val="bg1"/>
                </a:solidFill>
              </a:rPr>
              <a:t>Activity Diagram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20F93-3785-308D-3FAA-C03DA0763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69" y="1909192"/>
            <a:ext cx="4586513" cy="3647710"/>
          </a:xfrm>
        </p:spPr>
        <p:txBody>
          <a:bodyPr>
            <a:norm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Task Identification:</a:t>
            </a:r>
            <a:r>
              <a:rPr lang="en-US" sz="2000">
                <a:solidFill>
                  <a:schemeClr val="bg1"/>
                </a:solidFill>
              </a:rPr>
              <a:t> Defined the specific objective tasks required for the system.</a:t>
            </a:r>
          </a:p>
          <a:p>
            <a:r>
              <a:rPr lang="en-US" sz="2000" b="1">
                <a:solidFill>
                  <a:schemeClr val="bg1"/>
                </a:solidFill>
              </a:rPr>
              <a:t>Activity Modeling:</a:t>
            </a:r>
            <a:r>
              <a:rPr lang="en-US" sz="2000">
                <a:solidFill>
                  <a:schemeClr val="bg1"/>
                </a:solidFill>
              </a:rPr>
              <a:t> Built an activity diagram to visualize and map out the operational workflow.</a:t>
            </a:r>
          </a:p>
          <a:p>
            <a:pPr marL="0" indent="0">
              <a:buNone/>
            </a:pPr>
            <a:endParaRPr lang="en-US" sz="2000">
              <a:solidFill>
                <a:schemeClr val="bg1"/>
              </a:solidFill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D5F0309-1BDA-73FD-C643-D2234F5403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453" y="0"/>
            <a:ext cx="4612005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C6B828-46BA-1D39-4BA6-B7A5007F00FB}"/>
              </a:ext>
            </a:extLst>
          </p:cNvPr>
          <p:cNvSpPr txBox="1"/>
          <p:nvPr/>
        </p:nvSpPr>
        <p:spPr>
          <a:xfrm>
            <a:off x="60254" y="6382742"/>
            <a:ext cx="2250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Shehan Liyanage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2047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DE9F62-1526-7A0B-0B92-AA61C34FA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en-US" sz="3800">
                <a:solidFill>
                  <a:schemeClr val="bg1"/>
                </a:solidFill>
              </a:rPr>
              <a:t>Simulated Circuit Design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3D31A-8A31-F53B-6E3F-ABFB5AAAD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69" y="1909192"/>
            <a:ext cx="4586513" cy="3647710"/>
          </a:xfrm>
        </p:spPr>
        <p:txBody>
          <a:bodyPr>
            <a:norm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Circuit Design:</a:t>
            </a:r>
            <a:r>
              <a:rPr lang="en-US" sz="2000">
                <a:solidFill>
                  <a:schemeClr val="bg1"/>
                </a:solidFill>
              </a:rPr>
              <a:t> Developed and mapped the schematic layout within TinkerCAD.</a:t>
            </a:r>
          </a:p>
          <a:p>
            <a:r>
              <a:rPr lang="en-US" sz="2000" b="1">
                <a:solidFill>
                  <a:schemeClr val="bg1"/>
                </a:solidFill>
              </a:rPr>
              <a:t>Simulation:</a:t>
            </a:r>
            <a:r>
              <a:rPr lang="en-US" sz="2000">
                <a:solidFill>
                  <a:schemeClr val="bg1"/>
                </a:solidFill>
              </a:rPr>
              <a:t> Evaluated system behavior and verified the design before physical assembly.</a:t>
            </a:r>
          </a:p>
          <a:p>
            <a:pPr marL="0" indent="0">
              <a:buNone/>
            </a:pPr>
            <a:endParaRPr lang="en-US" sz="2000">
              <a:solidFill>
                <a:schemeClr val="bg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406A532-9B57-2CDC-5F30-F68E6CE40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881" y="1828800"/>
            <a:ext cx="6581314" cy="37281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5606A8-96C2-3F6B-A704-520ADE82835F}"/>
              </a:ext>
            </a:extLst>
          </p:cNvPr>
          <p:cNvSpPr txBox="1"/>
          <p:nvPr/>
        </p:nvSpPr>
        <p:spPr>
          <a:xfrm>
            <a:off x="60254" y="6382742"/>
            <a:ext cx="2535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Ishan Wickramathunga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860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7B60B114-A51C-42E3-9A8D-21C21071A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A1A6B414-1D19-4586-8383-0B3BDE0A2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543017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03E9FD-7D70-C565-DB27-5711D1353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764714"/>
            <a:ext cx="3090672" cy="1645920"/>
          </a:xfrm>
        </p:spPr>
        <p:txBody>
          <a:bodyPr>
            <a:normAutofit/>
          </a:bodyPr>
          <a:lstStyle/>
          <a:p>
            <a:r>
              <a:rPr lang="en-US" sz="2600"/>
              <a:t>Coding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414D3ED-40C9-4391-BEA1-622CE47FB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235631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F7F5575-FC35-4612-B24D-902BC5577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398520" y="1578530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F1D4D-F1C0-FD4F-E0FA-58736EFB4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9976" y="764714"/>
            <a:ext cx="7104888" cy="1645920"/>
          </a:xfrm>
        </p:spPr>
        <p:txBody>
          <a:bodyPr anchor="ctr">
            <a:normAutofit/>
          </a:bodyPr>
          <a:lstStyle/>
          <a:p>
            <a:r>
              <a:rPr lang="en-US" sz="1800" b="1"/>
              <a:t>Line Following:</a:t>
            </a:r>
            <a:r>
              <a:rPr lang="en-US" sz="1800"/>
              <a:t> Automated precise path navigation.</a:t>
            </a:r>
          </a:p>
          <a:p>
            <a:r>
              <a:rPr lang="en-US" sz="1800" b="1"/>
              <a:t>Obstacle Avoidance:</a:t>
            </a:r>
            <a:r>
              <a:rPr lang="en-US" sz="1800"/>
              <a:t> Implemented active sensor tracking to detect and bypass the first barrier.</a:t>
            </a:r>
          </a:p>
          <a:p>
            <a:r>
              <a:rPr lang="en-US" sz="1800" b="1"/>
              <a:t>Dynamic Maneuvering:</a:t>
            </a:r>
            <a:r>
              <a:rPr lang="en-US" sz="1800"/>
              <a:t> Programmed a precise 180° turn to navigate the second obstacle.</a:t>
            </a:r>
          </a:p>
          <a:p>
            <a:pPr marL="0" indent="0">
              <a:buNone/>
            </a:pPr>
            <a:endParaRPr lang="en-US" sz="18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A985A3-5DF0-2EC9-4693-3F8DDD65C6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67" r="4" b="10937"/>
          <a:stretch>
            <a:fillRect/>
          </a:stretch>
        </p:blipFill>
        <p:spPr>
          <a:xfrm>
            <a:off x="6220275" y="2396323"/>
            <a:ext cx="2935204" cy="40050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114948-6957-7977-4906-C7768F98B3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87" r="-1" b="16247"/>
          <a:stretch>
            <a:fillRect/>
          </a:stretch>
        </p:blipFill>
        <p:spPr>
          <a:xfrm>
            <a:off x="124275" y="2396323"/>
            <a:ext cx="2935224" cy="40050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B4F3F7-A5D0-3B64-1388-2CA862FF9F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391"/>
          <a:stretch>
            <a:fillRect/>
          </a:stretch>
        </p:blipFill>
        <p:spPr>
          <a:xfrm>
            <a:off x="3160776" y="2396323"/>
            <a:ext cx="2935224" cy="40050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C45DB5-C1EF-1229-86EA-FCD09E1A94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4148"/>
          <a:stretch>
            <a:fillRect/>
          </a:stretch>
        </p:blipFill>
        <p:spPr>
          <a:xfrm>
            <a:off x="9234695" y="2396323"/>
            <a:ext cx="2935224" cy="40050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011065-1CBA-4BB1-BB77-0A0CD402826B}"/>
              </a:ext>
            </a:extLst>
          </p:cNvPr>
          <p:cNvSpPr txBox="1"/>
          <p:nvPr/>
        </p:nvSpPr>
        <p:spPr>
          <a:xfrm>
            <a:off x="38390" y="6445031"/>
            <a:ext cx="2535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Ishan Wickramathunga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34658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172A0AC-3DCE-4672-BCAF-28FEF91F6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6F1C77-EDC9-4C5F-8C1C-62DD46BDA3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75090F-8E4F-C564-E3ED-12C5C8F462A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94" r="1" b="20839"/>
          <a:stretch>
            <a:fillRect/>
          </a:stretch>
        </p:blipFill>
        <p:spPr>
          <a:xfrm>
            <a:off x="20" y="10"/>
            <a:ext cx="8450297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275DE8-F7E2-4544-0495-C10283871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62763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Final Product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05CEA-6718-F132-8003-27441CA36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9785"/>
            <a:ext cx="4619621" cy="3957178"/>
          </a:xfrm>
        </p:spPr>
        <p:txBody>
          <a:bodyPr>
            <a:normAutofit/>
          </a:bodyPr>
          <a:lstStyle/>
          <a:p>
            <a:r>
              <a:rPr lang="en-US" sz="2000" b="1">
                <a:solidFill>
                  <a:srgbClr val="FFFFFF"/>
                </a:solidFill>
              </a:rPr>
              <a:t>System Integration:</a:t>
            </a:r>
            <a:r>
              <a:rPr lang="en-US" sz="2000">
                <a:solidFill>
                  <a:srgbClr val="FFFFFF"/>
                </a:solidFill>
              </a:rPr>
              <a:t> Combined the mechanical, electrical, and software components into a fully functional unit.</a:t>
            </a:r>
          </a:p>
          <a:p>
            <a:r>
              <a:rPr lang="en-US" sz="2000" b="1">
                <a:solidFill>
                  <a:srgbClr val="FFFFFF"/>
                </a:solidFill>
              </a:rPr>
              <a:t>Validation:</a:t>
            </a:r>
            <a:r>
              <a:rPr lang="en-US" sz="2000">
                <a:solidFill>
                  <a:srgbClr val="FFFFFF"/>
                </a:solidFill>
              </a:rPr>
              <a:t> Verified that the completed prototype successfully meets all design requirements and project objectives.</a:t>
            </a:r>
          </a:p>
          <a:p>
            <a:endParaRPr lang="en-US" sz="200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D65AB6-5B6A-DBF1-A1BC-2CC2FFD5F2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05" b="8935"/>
          <a:stretch>
            <a:fillRect/>
          </a:stretch>
        </p:blipFill>
        <p:spPr>
          <a:xfrm>
            <a:off x="6225997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71CB00-1FA2-725F-C5D2-558F8C173B10}"/>
              </a:ext>
            </a:extLst>
          </p:cNvPr>
          <p:cNvSpPr txBox="1"/>
          <p:nvPr/>
        </p:nvSpPr>
        <p:spPr>
          <a:xfrm>
            <a:off x="0" y="6488658"/>
            <a:ext cx="2231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chemeClr val="bg1"/>
                </a:solidFill>
              </a:rPr>
              <a:t>Deemana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Mirihella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6084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320351-9FA2-4A26-885B-BB8F3E490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CD2EFB-78C2-4C6E-A6B9-4ED12FAD5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Yellow question mark">
            <a:extLst>
              <a:ext uri="{FF2B5EF4-FFF2-40B4-BE49-F238E27FC236}">
                <a16:creationId xmlns:a16="http://schemas.microsoft.com/office/drawing/2014/main" id="{09F51A96-066B-909B-301D-560E69F4FA6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b="6250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F0386B-AC7B-4EAB-B5F7-C99C16742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600427"/>
            <a:ext cx="9875520" cy="329990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200" dirty="0">
                <a:solidFill>
                  <a:srgbClr val="FFFFFF"/>
                </a:solidFill>
              </a:rPr>
              <a:t>Any Questions?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E6947B-8615-03FD-EC15-6A06E0276E5F}"/>
              </a:ext>
            </a:extLst>
          </p:cNvPr>
          <p:cNvSpPr txBox="1"/>
          <p:nvPr/>
        </p:nvSpPr>
        <p:spPr>
          <a:xfrm>
            <a:off x="0" y="6488658"/>
            <a:ext cx="2231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chemeClr val="bg1"/>
                </a:solidFill>
              </a:rPr>
              <a:t>Deemana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Mirihella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09377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</Words>
  <Application>Microsoft Office PowerPoint</Application>
  <PresentationFormat>Widescreen</PresentationFormat>
  <Paragraphs>34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Autonomous Robot Car Team - E2-E5</vt:lpstr>
      <vt:lpstr>3D Models</vt:lpstr>
      <vt:lpstr>Requirement Diagram</vt:lpstr>
      <vt:lpstr>Activity Diagram</vt:lpstr>
      <vt:lpstr>Simulated Circuit Design</vt:lpstr>
      <vt:lpstr>Coding</vt:lpstr>
      <vt:lpstr>Final Product</vt:lpstr>
      <vt:lpstr>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ShamalChathura GamlathKankanamalage</dc:creator>
  <cp:lastModifiedBy>Ishan Wickramathunga</cp:lastModifiedBy>
  <cp:revision>1</cp:revision>
  <dcterms:created xsi:type="dcterms:W3CDTF">2026-07-04T15:54:53Z</dcterms:created>
  <dcterms:modified xsi:type="dcterms:W3CDTF">2026-07-08T11:50:44Z</dcterms:modified>
</cp:coreProperties>
</file>